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2583116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2583116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25831168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25831168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25831168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25831168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25831168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25831168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25831168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25831168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25831168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25831168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25831168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25831168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25831168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925831168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25831168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25831168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25831168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25831168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2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2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7" name="Google Shape;9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2" name="Google Shape;10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7" name="Google Shape;10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2" name="Google Shape;11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" y="20061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7" name="Google Shape;11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22" name="Google Shape;12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936"/>
            <a:ext cx="9143544" cy="5107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32" name="Google Shape;13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37" name="Google Shape;13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42" name="Google Shape;14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